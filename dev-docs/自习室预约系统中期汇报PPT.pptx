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-533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78992"/>
            <a:ext cx="1645920" cy="320040"/>
          </a:xfrm>
          <a:prstGeom prst="roundRect">
            <a:avLst>
              <a:gd name="adj" fmla="val 34286"/>
            </a:avLst>
          </a:prstGeom>
          <a:solidFill>
            <a:srgbClr val="6C63FF">
              <a:alpha val="92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147572"/>
            <a:ext cx="149961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uFillTx/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项目进展汇报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6720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94944" y="2359152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Reservation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2907792"/>
            <a:ext cx="2194560" cy="0"/>
          </a:xfrm>
          <a:prstGeom prst="line">
            <a:avLst/>
          </a:prstGeom>
          <a:noFill/>
          <a:ln w="3175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767328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成员：郭静怡、付娆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418795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日期：2026.05.13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 · 项目进展汇报 · 2026.05.13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1</a:t>
            </a:fld>
            <a:endParaRPr 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995" y="1595755"/>
            <a:ext cx="4333875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当前进展总览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 / 进行中 / 未完成：用于说明目前项目推进情况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6642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41B91E"/>
          </a:solidFill>
          <a:ln w="12700">
            <a:solidFill>
              <a:srgbClr val="41B9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7099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41832" y="248716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70432" y="24963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400" dirty="0" smtClean="0"/>
              <a:t>UI/UX </a:t>
            </a:r>
            <a:r>
              <a:rPr lang="zh-CN" altLang="en-US" sz="1400" dirty="0" smtClean="0"/>
              <a:t>设计、架构与 </a:t>
            </a:r>
            <a:r>
              <a:rPr lang="en-US" sz="1400" dirty="0" smtClean="0"/>
              <a:t>API </a:t>
            </a:r>
            <a:r>
              <a:rPr lang="zh-CN" altLang="en-US" sz="1400" dirty="0" smtClean="0"/>
              <a:t>接口定稿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1832" y="299923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3008376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1400" dirty="0" smtClean="0"/>
              <a:t>前后端基本开发与联调完成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1832" y="3511296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3520440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1400" dirty="0" smtClean="0"/>
              <a:t>数据库初始化脚本完成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41832" y="402336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0432" y="4032504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1200" dirty="0" smtClean="0"/>
              <a:t>前端单元测试流程跑通（</a:t>
            </a:r>
            <a:r>
              <a:rPr lang="en-US" altLang="zh-CN" sz="1200" dirty="0" smtClean="0"/>
              <a:t>Jest</a:t>
            </a:r>
            <a:r>
              <a:rPr lang="zh-CN" altLang="en-US" sz="1200" dirty="0" smtClean="0"/>
              <a:t>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141732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9432" y="16642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7099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进行中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736592" y="248716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65192" y="24963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zh-CN" altLang="en-US" sz="1100" dirty="0" smtClean="0"/>
              <a:t>安全审查文档与 </a:t>
            </a:r>
            <a:r>
              <a:rPr lang="en-US" sz="1100" dirty="0" err="1" smtClean="0"/>
              <a:t>Gitleaks</a:t>
            </a:r>
            <a:r>
              <a:rPr lang="en-US" sz="1100" dirty="0" smtClean="0"/>
              <a:t> </a:t>
            </a:r>
            <a:r>
              <a:rPr lang="zh-CN" altLang="en-US" sz="1100" dirty="0" smtClean="0"/>
              <a:t>工作流配置完善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36592" y="299923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65192" y="3008376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仓库目录结构清理与提交规范化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0" y="1495044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16642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17099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未完成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531352" y="248716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59952" y="24963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zh-CN" altLang="en-US" sz="1400" dirty="0" smtClean="0"/>
              <a:t>云服务适配（云服务器 </a:t>
            </a:r>
            <a:r>
              <a:rPr lang="en-US" altLang="zh-CN" sz="1400" dirty="0" smtClean="0"/>
              <a:t>/ </a:t>
            </a:r>
            <a:r>
              <a:rPr lang="zh-CN" altLang="en-US" sz="1400" dirty="0" smtClean="0"/>
              <a:t>对象存储 </a:t>
            </a:r>
            <a:r>
              <a:rPr lang="en-US" altLang="zh-CN" sz="1400" dirty="0" smtClean="0"/>
              <a:t>/ </a:t>
            </a:r>
            <a:r>
              <a:rPr lang="zh-CN" altLang="en-US" sz="1400" dirty="0" smtClean="0"/>
              <a:t>数据库）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31352" y="299923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59952" y="3008376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350" dirty="0" smtClean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</a:t>
            </a:r>
            <a:r>
              <a:rPr lang="zh-CN" altLang="en-US" sz="1400" dirty="0" smtClean="0"/>
              <a:t>自动化测试与版本交付流程完善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 · 项目进展汇报 · 2026.05.13</a:t>
            </a:r>
            <a:endParaRPr lang="en-US" sz="8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对照原计划完成度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以原计划任务为参照，展示当前阶段的整体完成情况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835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830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1783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前端页面 API 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03320" y="2286000"/>
            <a:ext cx="5623560" cy="201168"/>
          </a:xfrm>
          <a:prstGeom prst="roundRect">
            <a:avLst>
              <a:gd name="adj" fmla="val 2727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2286000"/>
            <a:ext cx="5622925" cy="201295"/>
          </a:xfrm>
          <a:prstGeom prst="roundRect">
            <a:avLst>
              <a:gd name="adj" fmla="val 27273"/>
            </a:avLst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02368" y="222199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测试与 CI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03320" y="3108960"/>
            <a:ext cx="5623560" cy="201168"/>
          </a:xfrm>
          <a:prstGeom prst="roundRect">
            <a:avLst>
              <a:gd name="adj" fmla="val 2727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3108960"/>
            <a:ext cx="4217670" cy="201168"/>
          </a:xfrm>
          <a:prstGeom prst="roundRect">
            <a:avLst>
              <a:gd name="adj" fmla="val 27273"/>
            </a:avLst>
          </a:prstGeom>
          <a:solidFill>
            <a:srgbClr val="F72565"/>
          </a:solidFill>
          <a:ln w="12700">
            <a:solidFill>
              <a:srgbClr val="F7256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02368" y="3044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安全加固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3931920"/>
            <a:ext cx="5623560" cy="201168"/>
          </a:xfrm>
          <a:prstGeom prst="roundRect">
            <a:avLst>
              <a:gd name="adj" fmla="val 2727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3931920"/>
            <a:ext cx="3374136" cy="201168"/>
          </a:xfrm>
          <a:prstGeom prst="roundRect">
            <a:avLst>
              <a:gd name="adj" fmla="val 27273"/>
            </a:avLst>
          </a:prstGeom>
          <a:solidFill>
            <a:srgbClr val="41B91E"/>
          </a:solidFill>
          <a:ln w="12700">
            <a:solidFill>
              <a:srgbClr val="41B91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02368" y="386791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709160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文档与提交规范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03320" y="4754880"/>
            <a:ext cx="5623560" cy="201168"/>
          </a:xfrm>
          <a:prstGeom prst="roundRect">
            <a:avLst>
              <a:gd name="adj" fmla="val 2727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4754880"/>
            <a:ext cx="3936492" cy="201168"/>
          </a:xfrm>
          <a:prstGeom prst="roundRect">
            <a:avLst>
              <a:gd name="adj" fmla="val 2727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02368" y="46908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5413248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整体状态：核心功能已可演示，下一步重点转向安全改造和交付规范。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 · 项目进展汇报 · 2026.05.13</a:t>
            </a:r>
            <a:endParaRPr lang="en-US" sz="8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个人工作总结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按成员展示本阶段主要工作与产出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810512"/>
            <a:ext cx="768096" cy="76809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01952"/>
            <a:ext cx="7680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75688" y="17739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郭静怡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75688" y="21396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前端页面与 API 对接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980944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负责登录、座位预约、个人信息、预约记录等所有核心页面的开发与样式适配，完成与后端接口的全流程联调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52044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529584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搭建前端自动化测试与覆盖率流程，编写关键功能测试用例，保障页面交互稳定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078224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统一表单校验、加载状态与错误提示逻辑，优化用户交互体验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3950" y="14859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1810512"/>
            <a:ext cx="768096" cy="768096"/>
          </a:xfrm>
          <a:prstGeom prst="ellipse">
            <a:avLst/>
          </a:prstGeom>
          <a:solidFill>
            <a:srgbClr val="F72565"/>
          </a:solidFill>
          <a:ln w="12700">
            <a:solidFill>
              <a:srgbClr val="F7256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901952"/>
            <a:ext cx="7680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07808" y="17739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付娆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07808" y="21396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 API 整理与接口修正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97180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25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980944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负责用户认证、座位管理、预约校验、权限控制等核心业务接口的开发与维护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52044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25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529584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梳理并统一接口路径规范与返回数据结构，保障前后端交互一致性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406908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256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4078224"/>
            <a:ext cx="3886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设计数据库表结构，编写初始化脚本与数据维护方案，保障数据完整性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 · 项目进展汇报 · 2026.05.13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4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444752" y="4509857"/>
            <a:ext cx="3950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跟进后端接口迭代，持续验证业务流程，处理跨域、响应异常等问题</a:t>
            </a:r>
            <a:endParaRPr lang="zh-CN" altLang="en-US" sz="1400" dirty="0"/>
          </a:p>
        </p:txBody>
      </p:sp>
      <p:sp>
        <p:nvSpPr>
          <p:cNvPr id="31" name="矩形 30"/>
          <p:cNvSpPr/>
          <p:nvPr/>
        </p:nvSpPr>
        <p:spPr>
          <a:xfrm>
            <a:off x="6976872" y="4509857"/>
            <a:ext cx="39502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 smtClean="0">
                <a:solidFill>
                  <a:prstClr val="black"/>
                </a:solidFill>
                <a:latin typeface="等线" pitchFamily="2" charset="-122"/>
                <a:ea typeface="等线" pitchFamily="2" charset="-122"/>
                <a:cs typeface="宋体" charset="-122"/>
              </a:rPr>
              <a:t>配合联调定位账号认证、权限校验、本地环境配置等问题，保障接口稳定性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59536" y="197510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Student端 + Admin端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596896"/>
            <a:ext cx="2377440" cy="0"/>
          </a:xfrm>
          <a:prstGeom prst="line">
            <a:avLst/>
          </a:prstGeom>
          <a:noFill/>
          <a:ln w="3175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234440"/>
            <a:ext cx="4526280" cy="3337560"/>
          </a:xfrm>
          <a:prstGeom prst="roundRect">
            <a:avLst>
              <a:gd name="adj" fmla="val 2192"/>
            </a:avLst>
          </a:prstGeom>
          <a:solidFill>
            <a:schemeClr val="accent5">
              <a:lumMod val="7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6002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演示顺序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39712" y="2148840"/>
            <a:ext cx="3794760" cy="1143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学生端：首页、预约教室、个人信息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管理员端：首页、学生信息、预约管理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39712" y="3749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 6 页均为程序实际界面截图。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程序演示：学生端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首页总览：查看教室数、预约数与我的预约列表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1201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fd379288f9e9936c19b1b91d726c17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21" y="1417320"/>
            <a:ext cx="8858941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程序演示截图 · 真实界面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程序演示：学生端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预约教室：按校区、教学楼、教室、时间段与日期筛选后预约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1201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f1decc15963fd7f1176c9010905529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174" y="1417320"/>
            <a:ext cx="8700036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程序演示截图 · 真实界面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程序演示：学生端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个人信息设置：维护学生基础信息与修改密码入口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1201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12141abd33d129e441eaa441a64cf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343" y="1417320"/>
            <a:ext cx="8531698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程序演示截图 · 真实界面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程序演示：管理员端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首页总览：查看学生数、教室数、预约数与学生预约列表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1201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f59cb80760eb0080db20ff88cde3a6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56" y="1417320"/>
            <a:ext cx="8838472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程序演示截图 · 真实界面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程序演示：管理员端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学生信息管理：新增学生、设置黑名单与删除记录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1201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2a87d09a4eac77d338761516681fc9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594" y="1417320"/>
            <a:ext cx="8661197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程序演示截图 · 真实界面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程序演示：管理员端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学生预约管理：按学号、年级、专业筛选并查看预约状态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120140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/mnt/data/f8344f7e2cd7ef6701067d279bb994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855" y="1417320"/>
            <a:ext cx="8818673" cy="4736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程序演示截图 · 真实界面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风险与下周计划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把剩余风险转化为可执行的收尾任务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828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当前风险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257860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58775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多环境适配与配置一致性问题，可能影响系统部署与联调效率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209544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zh-CN" altLang="en-US" sz="1600" dirty="0" smtClean="0"/>
              <a:t>安全与配置规范未完全固化，存在潜在合规风险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0528" y="18288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下周计划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587752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完成云服务器环境搭建与部署，包括数据库初始化、服务启动与反向代理配置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3209544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优化线上环境稳定性，解决跨域、超时、路径异常等部署相关问题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822192"/>
            <a:ext cx="1645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B91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3831336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1400" dirty="0" smtClean="0"/>
              <a:t>完善交付材料：整理部署文档、用户手册、验收报告与最终演示流程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6062472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46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汇报结论：系统主要流程已打通，收尾重点是安全、环境和交付规范。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 · 项目进展汇报 · 2026.05.13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谢谢观看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072384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DE9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教室预约系统 · 项目进展汇报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675888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D6F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郭静怡、付娆 · 2026.05.13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544</Words>
  <Application>WPS 演示</Application>
  <PresentationFormat>自定义</PresentationFormat>
  <Paragraphs>134</Paragraphs>
  <Slides>13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Theme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Company>ChatGPT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教室预约系统</dc:title>
  <dc:subject>教室预约系统项目进展汇报</dc:subject>
  <dc:creator>OpenAI</dc:creator>
  <cp:lastModifiedBy>DELL</cp:lastModifiedBy>
  <cp:revision>5</cp:revision>
  <dcterms:created xsi:type="dcterms:W3CDTF">2026-05-11T15:00:00Z</dcterms:created>
  <dcterms:modified xsi:type="dcterms:W3CDTF">2026-05-13T02:28:19Z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3BB61E18DDDC4728813FBFFDA56011F6_12</vt:lpwstr>
  </property>
</Properties>
</file>